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D2F344-2D71-48A6-B9C5-05738D2B3A33}" v="1" dt="2025-02-28T09:40:54.9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32" y="-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eisi Yaser" userId="S::yaser.raeisi@hes-so.ch::a533777e-d213-4dd0-a32a-581c40b740f9" providerId="AD" clId="Web-{F1D2F344-2D71-48A6-B9C5-05738D2B3A33}"/>
    <pc:docChg chg="delSld">
      <pc:chgData name="Raeisi Yaser" userId="S::yaser.raeisi@hes-so.ch::a533777e-d213-4dd0-a32a-581c40b740f9" providerId="AD" clId="Web-{F1D2F344-2D71-48A6-B9C5-05738D2B3A33}" dt="2025-02-28T09:40:54.936" v="0"/>
      <pc:docMkLst>
        <pc:docMk/>
      </pc:docMkLst>
      <pc:sldChg chg="del">
        <pc:chgData name="Raeisi Yaser" userId="S::yaser.raeisi@hes-so.ch::a533777e-d213-4dd0-a32a-581c40b740f9" providerId="AD" clId="Web-{F1D2F344-2D71-48A6-B9C5-05738D2B3A33}" dt="2025-02-28T09:40:54.936" v="0"/>
        <pc:sldMkLst>
          <pc:docMk/>
          <pc:sldMk cId="2609627658" sldId="256"/>
        </pc:sldMkLst>
      </pc:sldChg>
    </pc:docChg>
  </pc:docChgLst>
  <pc:docChgLst>
    <pc:chgData name="Raeisi Yaser" userId="a533777e-d213-4dd0-a32a-581c40b740f9" providerId="ADAL" clId="{D1BCC341-0954-49F6-95F8-CEF8E78646EB}"/>
    <pc:docChg chg="custSel modSld">
      <pc:chgData name="Raeisi Yaser" userId="a533777e-d213-4dd0-a32a-581c40b740f9" providerId="ADAL" clId="{D1BCC341-0954-49F6-95F8-CEF8E78646EB}" dt="2025-02-28T07:34:51.183" v="1" actId="22"/>
      <pc:docMkLst>
        <pc:docMk/>
      </pc:docMkLst>
      <pc:sldChg chg="addSp delSp mod">
        <pc:chgData name="Raeisi Yaser" userId="a533777e-d213-4dd0-a32a-581c40b740f9" providerId="ADAL" clId="{D1BCC341-0954-49F6-95F8-CEF8E78646EB}" dt="2025-02-28T07:34:51.183" v="1" actId="22"/>
        <pc:sldMkLst>
          <pc:docMk/>
          <pc:sldMk cId="1301891401" sldId="257"/>
        </pc:sldMkLst>
        <pc:picChg chg="del">
          <ac:chgData name="Raeisi Yaser" userId="a533777e-d213-4dd0-a32a-581c40b740f9" providerId="ADAL" clId="{D1BCC341-0954-49F6-95F8-CEF8E78646EB}" dt="2025-02-28T07:34:50.135" v="0" actId="478"/>
          <ac:picMkLst>
            <pc:docMk/>
            <pc:sldMk cId="1301891401" sldId="257"/>
            <ac:picMk id="5" creationId="{1801AF7A-CA24-2BDE-9D07-FC943299E3B6}"/>
          </ac:picMkLst>
        </pc:picChg>
        <pc:picChg chg="add">
          <ac:chgData name="Raeisi Yaser" userId="a533777e-d213-4dd0-a32a-581c40b740f9" providerId="ADAL" clId="{D1BCC341-0954-49F6-95F8-CEF8E78646EB}" dt="2025-02-28T07:34:51.183" v="1" actId="22"/>
          <ac:picMkLst>
            <pc:docMk/>
            <pc:sldMk cId="1301891401" sldId="257"/>
            <ac:picMk id="7" creationId="{BEBBCC78-EB33-AEE8-2B52-D96C5C967D6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921D5-ACA9-442C-90B4-82205558E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E40D12-6925-A6CB-82A5-B8432056B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56DF1-F863-D74D-E3EF-4F6B311A7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90B24-56B7-45EA-B5EB-A092FC70F079}" type="datetimeFigureOut">
              <a:rPr lang="fr-CH" smtClean="0"/>
              <a:t>28.02.2025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4DFC4-CBD8-D1E4-9891-95E0A6A72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1F9A3-EFA4-E951-E855-F4F8D474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FE92-03C9-424C-94BA-80831DE61A21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97400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B2F23-0EC2-6763-DD08-B34E3096A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CC27D-1D9D-CF28-77FF-2EBD5B0B4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04EB9-1C66-5FD8-36D7-8153A280D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90B24-56B7-45EA-B5EB-A092FC70F079}" type="datetimeFigureOut">
              <a:rPr lang="fr-CH" smtClean="0"/>
              <a:t>28.02.2025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9CD74-794E-E2F2-F400-AC36250A6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3CD9D-4512-07C6-4DED-E5BEC9522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FE92-03C9-424C-94BA-80831DE61A21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12685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105E1-780A-364C-EC5C-974DE5B21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3514D-34B7-D889-3E4A-E29B7F6E5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F0C4D-2B74-A30F-A700-871E2848C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90B24-56B7-45EA-B5EB-A092FC70F079}" type="datetimeFigureOut">
              <a:rPr lang="fr-CH" smtClean="0"/>
              <a:t>28.02.2025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3506D-FD10-FAEE-5DE8-FA1793F27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01B94-DB74-0E37-D6B5-171DB399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FE92-03C9-424C-94BA-80831DE61A21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63667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B5FEF-206E-63E6-4CFE-CD50251EE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D58E9-2E8D-C802-8175-25D20AE7DE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EFA45-DDC2-F2CA-0A10-BDC79ABBF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5BFEE6-20DA-0377-6C89-A640D8601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90B24-56B7-45EA-B5EB-A092FC70F079}" type="datetimeFigureOut">
              <a:rPr lang="fr-CH" smtClean="0"/>
              <a:t>28.02.2025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068847-4736-EE5F-2820-30FDF4DCE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A3DA40-FDA0-129C-8030-4D7F871EA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FE92-03C9-424C-94BA-80831DE61A21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89555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A25E1-9334-A11D-2AAD-3011DC0EF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26934-36A7-1728-9D11-B35C50134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CA647F-9F4A-21D5-C5C2-46E4443F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36BEA-E140-7F00-D3F6-A560A4DCCB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50AACE-AAB8-A6F3-B863-1637A97BF3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924DC0-576E-05CF-FE0F-B304AE658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90B24-56B7-45EA-B5EB-A092FC70F079}" type="datetimeFigureOut">
              <a:rPr lang="fr-CH" smtClean="0"/>
              <a:t>28.02.2025</a:t>
            </a:fld>
            <a:endParaRPr lang="fr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CFFF22-889A-0538-B467-ABDDB2E2A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A1B3DC-36C9-AF93-9D28-499F0842D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FE92-03C9-424C-94BA-80831DE61A21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26964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C9CC3-46C9-4F3C-B956-D943B0AC1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9DF636-E654-88CE-1140-93205395C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90B24-56B7-45EA-B5EB-A092FC70F079}" type="datetimeFigureOut">
              <a:rPr lang="fr-CH" smtClean="0"/>
              <a:t>28.02.2025</a:t>
            </a:fld>
            <a:endParaRPr lang="fr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627A96-B50C-DF5F-B40D-1624DF1CA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A365E8-ED87-6CD7-9B9D-460B75D48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FE92-03C9-424C-94BA-80831DE61A21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63268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CBBC02-3EDB-91F4-EEEE-42363882B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90B24-56B7-45EA-B5EB-A092FC70F079}" type="datetimeFigureOut">
              <a:rPr lang="fr-CH" smtClean="0"/>
              <a:t>28.02.2025</a:t>
            </a:fld>
            <a:endParaRPr lang="fr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1D3A54-9DBC-6246-EFC8-C7A9186D3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771D4-9578-B854-6097-A6D056BC3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FE92-03C9-424C-94BA-80831DE61A21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52035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D7459-D8E3-C009-3CF5-5ABC24392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7AAC2-757D-CC19-5A6B-FB0EDD7C4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134D98-5107-D4B0-DF6B-828A7FB32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5A1829-1F1A-2412-BAA4-316F3B091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90B24-56B7-45EA-B5EB-A092FC70F079}" type="datetimeFigureOut">
              <a:rPr lang="fr-CH" smtClean="0"/>
              <a:t>28.02.2025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906FFC-F8F1-A32A-23BF-9A8A3E266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8A131B-EA5B-4B8C-1F07-D97259CF1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FE92-03C9-424C-94BA-80831DE61A21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3687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7BBAE-D4DA-98ED-8029-C64B389A4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A8672B-3A79-2DA7-A763-F2D1F3BBC1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310EC8-3B20-28B0-6F1C-DE88F331A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93A816-6D34-9430-2D08-123819207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90B24-56B7-45EA-B5EB-A092FC70F079}" type="datetimeFigureOut">
              <a:rPr lang="fr-CH" smtClean="0"/>
              <a:t>28.02.2025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F0091-91A7-CE83-F42E-3D83F21B7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00955E-7383-DB1C-BEBA-939F78321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FE92-03C9-424C-94BA-80831DE61A21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66740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1379E-C0DA-A342-89F3-C68BF85F8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820B26-37F0-079E-C4FC-67CB7415E4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38C42-3684-32F1-78F5-8A9C30501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90B24-56B7-45EA-B5EB-A092FC70F079}" type="datetimeFigureOut">
              <a:rPr lang="fr-CH" smtClean="0"/>
              <a:t>28.02.2025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05458-D734-421C-A423-BB47D7C1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EFD5E-DF55-6E93-7A90-ABCE7D4B5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FE92-03C9-424C-94BA-80831DE61A21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88087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A7A45-82BA-AF63-E90B-2ED8853342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F01144-EF4E-949C-87A4-353899A8E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FCF10-7F63-B0BE-1AB2-043152420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90B24-56B7-45EA-B5EB-A092FC70F079}" type="datetimeFigureOut">
              <a:rPr lang="fr-CH" smtClean="0"/>
              <a:t>28.02.2025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9AA4A-18F9-1A6B-D4DC-2D725A8B7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483B7-A39B-1D90-CDC5-F5C21A5B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CFE92-03C9-424C-94BA-80831DE61A21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295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82FBFB-A9FE-A56E-7502-1EFC571D0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0CF23-AB43-3169-CF78-280CA6834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85ADD-4057-E498-0CB4-D4144B6BD5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B90B24-56B7-45EA-B5EB-A092FC70F079}" type="datetimeFigureOut">
              <a:rPr lang="fr-CH" smtClean="0"/>
              <a:t>28.02.2025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EB3AC-6E1F-C5FF-8B97-3CFE727264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19329-C6EE-E3F9-931D-D30AF74ACE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2CFE92-03C9-424C-94BA-80831DE61A21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01216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gif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EBBCC78-EB33-AEE8-2B52-D96C5C967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166" y="0"/>
            <a:ext cx="56516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891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E91CF9-E15F-B71D-AFF2-4B7B52EFA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407" y="412976"/>
            <a:ext cx="6743700" cy="1590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F51143-D597-5D5C-6B51-B955A5F6D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440" y="2392816"/>
            <a:ext cx="1352550" cy="6572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FEFED8-371F-BD5D-851B-78317991C2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9865" y="3167743"/>
            <a:ext cx="1381125" cy="5429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D75503D-E28F-7257-45B8-5D40216D76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9864" y="3741965"/>
            <a:ext cx="1381125" cy="6000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1127C6-B7BF-D850-6F54-3372CD6D40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7208" y="4516892"/>
            <a:ext cx="2600325" cy="5429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8FE1722-6574-3416-12E3-30237B79F8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529" y="3258231"/>
            <a:ext cx="1819275" cy="1495425"/>
          </a:xfrm>
          <a:prstGeom prst="rect">
            <a:avLst/>
          </a:prstGeom>
        </p:spPr>
      </p:pic>
      <p:pic>
        <p:nvPicPr>
          <p:cNvPr id="1026" name="Picture 2" descr="Determination of Transformer Equivalent Circuit Parameters | Electrical  Academia">
            <a:extLst>
              <a:ext uri="{FF2B5EF4-FFF2-40B4-BE49-F238E27FC236}">
                <a16:creationId xmlns:a16="http://schemas.microsoft.com/office/drawing/2014/main" id="{BEE75CFE-5D17-D687-E1E2-C9133717A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0100" y="906915"/>
            <a:ext cx="3429000" cy="1814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1124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1EC1AB24CDFD45B0CF11FB71689C64" ma:contentTypeVersion="4" ma:contentTypeDescription="Create a new document." ma:contentTypeScope="" ma:versionID="35488c6dc2b3ac4af7a6459b30babb92">
  <xsd:schema xmlns:xsd="http://www.w3.org/2001/XMLSchema" xmlns:xs="http://www.w3.org/2001/XMLSchema" xmlns:p="http://schemas.microsoft.com/office/2006/metadata/properties" xmlns:ns2="9985f41d-8b89-40b2-8797-639a1a5f63df" targetNamespace="http://schemas.microsoft.com/office/2006/metadata/properties" ma:root="true" ma:fieldsID="4b710f551a000fb4a13c1e38e51323c8" ns2:_="">
    <xsd:import namespace="9985f41d-8b89-40b2-8797-639a1a5f63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85f41d-8b89-40b2-8797-639a1a5f63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3F2381B-AEE1-4683-B0B2-FF67BE2331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28D9EA-FA9D-4517-B70D-3CA4214A6D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85f41d-8b89-40b2-8797-639a1a5f63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CC170A2-8086-4C40-BA67-4789054285E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>HESSO Valais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Raeisi Yaser</dc:creator>
  <cp:lastModifiedBy>Raeisi Yaser</cp:lastModifiedBy>
  <cp:revision>2</cp:revision>
  <dcterms:created xsi:type="dcterms:W3CDTF">2025-02-28T07:19:54Z</dcterms:created>
  <dcterms:modified xsi:type="dcterms:W3CDTF">2025-02-28T09:40:54Z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0x010100081EC1AB24CDFD45B0CF11FB71689C64</vt:lpwstr>
  </property>
</Properties>
</file>